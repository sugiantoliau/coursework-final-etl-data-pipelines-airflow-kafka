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4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40763-B759-49EE-96CE-C99F1FB9DDD0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C865D-25F8-4678-8732-5211047A151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19138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C865D-25F8-4678-8732-5211047A1511}" type="slidenum">
              <a:rPr lang="en-ID" smtClean="0"/>
              <a:t>13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5644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4D0D9-9D1A-6B1C-1EF9-B438D6423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C86A-392D-5C1B-EFC6-D12DA4C42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2F9AC-9419-7A07-826C-15E5254FB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1100F-A13B-63F2-16D3-7EC6C6968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0CA0B-E5E3-53B7-9061-2D1B351FB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73360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58DC0-39FE-712C-AA5E-20501DA37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C3D45-6B07-1305-CA60-2BB84AB10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FAEC1-737A-1527-9D82-4F9CC9C9B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E0578-2D20-4A23-CEBF-DDB02B1A4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4DF90-D65D-556C-CCCE-A19F449A3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78709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84F25-772F-12BB-ABCE-0FD2D6FC9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09FBD-F443-E377-6818-3AFECF2B8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158BF-9AF4-F0E0-EA23-3508C366D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6339C-9898-697E-17AF-D9E4B781B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19D99-48DA-9083-81FF-521375659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0318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9B289-525D-1B35-B0A3-14B5E3AA0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0797A-477F-7B1D-071F-198736669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5355E-AFF0-4AA9-9AB6-9C4972FA3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09871-B2AB-C0E7-9751-C1DEB43D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74B0C-B73A-0F64-BFE2-06ACF4994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CFEE4-1772-B9B3-48DE-31A98366E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41123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3D7CB-8178-BB98-049F-59BA66C09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F0299-5999-3A91-63D0-B1027563C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23063-3E74-9071-92A5-E5A9E93D3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A629BC-6155-5349-098C-78A9F0BC50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01657A-6F43-55D9-E10D-597134259B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E38F67-78B9-AAC6-FF3B-33AE948BE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F8F551-BCC4-7815-C280-63062D22E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32F9C6-841C-FE9B-F502-A8B3E9755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74383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8C65E-B3E0-E96F-F672-F3B417FFC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818DCB-C79F-2742-1023-4ABE57017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798382-DC5E-0DC6-4D03-208A2DDB1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A0AB2E-1699-548B-F989-A86C2342D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41560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622B97-B4EC-E284-9FFF-D7848EFD7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D5E649-0B2B-12B5-6086-BFD29313F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C55C6-86F7-9FB4-758C-9A29541D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28095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D38D3-1A05-432D-6A8F-B9988F57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4CE10-BE55-19E0-3426-F3AA23FC5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672C63-1EE6-E247-EBC0-01078EDDE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1725D-EFD4-19ED-D2FC-6DB32E52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4B18-28F0-34BE-1B9A-F08351D66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0FFCF-DF1F-6EC5-29FA-C683EE0F0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2031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65823-01E5-6C20-217B-B149B784D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3893E7-5196-3056-3DCF-94D30BBFD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C64DFC-5281-1941-704F-4AFFEDDE0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4C179-8303-5B4E-4B47-A86A80E0C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F7D724-2216-5449-51A8-915273393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1FB33-5302-6A65-AF63-12A487174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88495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51BBB-3DF8-FED8-C79F-EA4B4D1D2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F8B667-AE56-2251-2897-3894A6C4E1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D6E15-7F27-C445-BF67-D647AAB9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06223-CD19-E449-4811-9FBA9DF88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33696-308D-9D7B-E6A3-1DA2A818E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76686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87C567-BE40-D588-72A6-625E7A9210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CA907F-1F0C-39AA-FA24-DA2B863F2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D8BAF-055E-76CB-5DA8-CFA2DDF9D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1C77E-448F-CC7C-86EE-B0E4F6743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8E799-9825-D352-382A-DEEE5935A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1419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41FD42-139A-65AE-4091-39AF79468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AC54B5-B60C-83B9-3C81-5780D91F3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19528-B4DC-432B-20F7-F760B0C30B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37BB5-AE9C-4E6E-9E68-D23855810426}" type="datetimeFigureOut">
              <a:rPr lang="en-ID" smtClean="0"/>
              <a:t>19/03/2026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C5FB3-AED7-8B8D-0163-6DF87E1FCF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31C62-83EC-35A8-5398-1CA8B59BC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FB643-E403-4CC4-824E-084959FF43E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47544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E0A87C-4ED9-019A-B6FC-E8C7CE6E0C9D}"/>
              </a:ext>
            </a:extLst>
          </p:cNvPr>
          <p:cNvSpPr txBox="1"/>
          <p:nvPr/>
        </p:nvSpPr>
        <p:spPr>
          <a:xfrm>
            <a:off x="3669792" y="1463040"/>
            <a:ext cx="61691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dag_args.jpg</a:t>
            </a:r>
          </a:p>
          <a:p>
            <a:endParaRPr lang="en-ID" dirty="0"/>
          </a:p>
          <a:p>
            <a:endParaRPr lang="en-ID" dirty="0"/>
          </a:p>
          <a:p>
            <a:r>
              <a:rPr lang="en-ID" dirty="0"/>
              <a:t># --- Task 1.1: Define DAG arguments ---</a:t>
            </a:r>
          </a:p>
          <a:p>
            <a:r>
              <a:rPr lang="en-ID" dirty="0" err="1"/>
              <a:t>default_args</a:t>
            </a:r>
            <a:r>
              <a:rPr lang="en-ID" dirty="0"/>
              <a:t> = {</a:t>
            </a:r>
          </a:p>
          <a:p>
            <a:r>
              <a:rPr lang="en-ID" dirty="0"/>
              <a:t>    'owner': 'Your Name',</a:t>
            </a:r>
          </a:p>
          <a:p>
            <a:r>
              <a:rPr lang="en-ID" dirty="0"/>
              <a:t>    '</a:t>
            </a:r>
            <a:r>
              <a:rPr lang="en-ID" dirty="0" err="1"/>
              <a:t>start_date</a:t>
            </a:r>
            <a:r>
              <a:rPr lang="en-ID" dirty="0"/>
              <a:t>': </a:t>
            </a:r>
            <a:r>
              <a:rPr lang="en-ID" dirty="0" err="1"/>
              <a:t>days_ago</a:t>
            </a:r>
            <a:r>
              <a:rPr lang="en-ID" dirty="0"/>
              <a:t>(0),</a:t>
            </a:r>
          </a:p>
          <a:p>
            <a:r>
              <a:rPr lang="en-ID" dirty="0"/>
              <a:t>    'email': ['your_email@mail.com'],</a:t>
            </a:r>
          </a:p>
          <a:p>
            <a:r>
              <a:rPr lang="en-ID" dirty="0"/>
              <a:t>    '</a:t>
            </a:r>
            <a:r>
              <a:rPr lang="en-ID" dirty="0" err="1"/>
              <a:t>email_on_failure</a:t>
            </a:r>
            <a:r>
              <a:rPr lang="en-ID" dirty="0"/>
              <a:t>': True,</a:t>
            </a:r>
          </a:p>
          <a:p>
            <a:r>
              <a:rPr lang="en-ID" dirty="0"/>
              <a:t>    '</a:t>
            </a:r>
            <a:r>
              <a:rPr lang="en-ID" dirty="0" err="1"/>
              <a:t>email_on_retry</a:t>
            </a:r>
            <a:r>
              <a:rPr lang="en-ID" dirty="0"/>
              <a:t>': True,</a:t>
            </a:r>
          </a:p>
          <a:p>
            <a:r>
              <a:rPr lang="en-ID" dirty="0"/>
              <a:t>    'retries': 1,</a:t>
            </a:r>
          </a:p>
          <a:p>
            <a:r>
              <a:rPr lang="en-ID" dirty="0"/>
              <a:t>    '</a:t>
            </a:r>
            <a:r>
              <a:rPr lang="en-ID" dirty="0" err="1"/>
              <a:t>retry_delay</a:t>
            </a:r>
            <a:r>
              <a:rPr lang="en-ID" dirty="0"/>
              <a:t>': </a:t>
            </a:r>
            <a:r>
              <a:rPr lang="en-ID" dirty="0" err="1"/>
              <a:t>timedelta</a:t>
            </a:r>
            <a:r>
              <a:rPr lang="en-ID" dirty="0"/>
              <a:t>(minutes=5),</a:t>
            </a:r>
          </a:p>
          <a:p>
            <a:r>
              <a:rPr lang="en-ID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386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7C743-E3E2-D3C5-256F-FB8C3F186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FE907C-5AC2-DCD1-6AEC-1569C97F2105}"/>
              </a:ext>
            </a:extLst>
          </p:cNvPr>
          <p:cNvSpPr txBox="1"/>
          <p:nvPr/>
        </p:nvSpPr>
        <p:spPr>
          <a:xfrm>
            <a:off x="3255264" y="1267968"/>
            <a:ext cx="62301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dag_definition.jpg</a:t>
            </a:r>
          </a:p>
          <a:p>
            <a:endParaRPr lang="en-ID" dirty="0"/>
          </a:p>
          <a:p>
            <a:r>
              <a:rPr lang="en-ID" dirty="0"/>
              <a:t># --- Task 1.2: Define the DAG ---</a:t>
            </a:r>
          </a:p>
          <a:p>
            <a:r>
              <a:rPr lang="en-ID" dirty="0" err="1"/>
              <a:t>dag</a:t>
            </a:r>
            <a:r>
              <a:rPr lang="en-ID" dirty="0"/>
              <a:t> = DAG(</a:t>
            </a:r>
          </a:p>
          <a:p>
            <a:r>
              <a:rPr lang="en-ID" dirty="0"/>
              <a:t>    '</a:t>
            </a:r>
            <a:r>
              <a:rPr lang="en-ID" dirty="0" err="1"/>
              <a:t>ETL_toll_data</a:t>
            </a:r>
            <a:r>
              <a:rPr lang="en-ID" dirty="0"/>
              <a:t>',</a:t>
            </a:r>
          </a:p>
          <a:p>
            <a:r>
              <a:rPr lang="en-ID" dirty="0"/>
              <a:t>    </a:t>
            </a:r>
            <a:r>
              <a:rPr lang="en-ID" dirty="0" err="1"/>
              <a:t>default_args</a:t>
            </a:r>
            <a:r>
              <a:rPr lang="en-ID" dirty="0"/>
              <a:t>=</a:t>
            </a:r>
            <a:r>
              <a:rPr lang="en-ID" dirty="0" err="1"/>
              <a:t>default_args</a:t>
            </a:r>
            <a:r>
              <a:rPr lang="en-ID" dirty="0"/>
              <a:t>,</a:t>
            </a:r>
          </a:p>
          <a:p>
            <a:r>
              <a:rPr lang="en-ID" dirty="0"/>
              <a:t>    description='Apache Airflow Final Assignment',</a:t>
            </a:r>
          </a:p>
          <a:p>
            <a:r>
              <a:rPr lang="en-ID" dirty="0"/>
              <a:t>    </a:t>
            </a:r>
            <a:r>
              <a:rPr lang="en-ID" dirty="0" err="1"/>
              <a:t>schedule_interval</a:t>
            </a:r>
            <a:r>
              <a:rPr lang="en-ID" dirty="0"/>
              <a:t>=</a:t>
            </a:r>
            <a:r>
              <a:rPr lang="en-ID" dirty="0" err="1"/>
              <a:t>timedelta</a:t>
            </a:r>
            <a:r>
              <a:rPr lang="en-ID" dirty="0"/>
              <a:t>(days=1),</a:t>
            </a:r>
          </a:p>
          <a:p>
            <a:r>
              <a:rPr lang="en-ID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63003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AC1BE-8919-D004-219D-9A78E15BB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20AD43-5D98-FD51-02E0-3F3E28B6CBE3}"/>
              </a:ext>
            </a:extLst>
          </p:cNvPr>
          <p:cNvSpPr txBox="1"/>
          <p:nvPr/>
        </p:nvSpPr>
        <p:spPr>
          <a:xfrm>
            <a:off x="1286256" y="1048512"/>
            <a:ext cx="96194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unzip_data.jpg</a:t>
            </a:r>
          </a:p>
          <a:p>
            <a:endParaRPr lang="en-ID" b="1" dirty="0"/>
          </a:p>
          <a:p>
            <a:r>
              <a:rPr lang="en-ID" dirty="0"/>
              <a:t># --- Task 2.1: Unzip data ---</a:t>
            </a:r>
          </a:p>
          <a:p>
            <a:r>
              <a:rPr lang="en-ID" dirty="0" err="1"/>
              <a:t>unzip_data</a:t>
            </a:r>
            <a:r>
              <a:rPr lang="en-ID" dirty="0"/>
              <a:t> = </a:t>
            </a:r>
            <a:r>
              <a:rPr lang="en-ID" dirty="0" err="1"/>
              <a:t>BashOperator</a:t>
            </a:r>
            <a:r>
              <a:rPr lang="en-ID" dirty="0"/>
              <a:t>(</a:t>
            </a:r>
          </a:p>
          <a:p>
            <a:r>
              <a:rPr lang="en-ID" dirty="0"/>
              <a:t>    </a:t>
            </a:r>
            <a:r>
              <a:rPr lang="en-ID" dirty="0" err="1"/>
              <a:t>task_id</a:t>
            </a:r>
            <a:r>
              <a:rPr lang="en-ID" dirty="0"/>
              <a:t>='</a:t>
            </a:r>
            <a:r>
              <a:rPr lang="en-ID" dirty="0" err="1"/>
              <a:t>unzip_data</a:t>
            </a:r>
            <a:r>
              <a:rPr lang="en-ID" dirty="0"/>
              <a:t>',</a:t>
            </a:r>
          </a:p>
          <a:p>
            <a:r>
              <a:rPr lang="en-ID" dirty="0"/>
              <a:t>    </a:t>
            </a:r>
            <a:r>
              <a:rPr lang="en-ID" dirty="0" err="1"/>
              <a:t>bash_command</a:t>
            </a:r>
            <a:r>
              <a:rPr lang="en-ID" dirty="0"/>
              <a:t>='tar -</a:t>
            </a:r>
            <a:r>
              <a:rPr lang="en-ID" dirty="0" err="1"/>
              <a:t>xzf</a:t>
            </a:r>
            <a:r>
              <a:rPr lang="en-ID" dirty="0"/>
              <a:t> /home/project/airflow/</a:t>
            </a:r>
            <a:r>
              <a:rPr lang="en-ID" dirty="0" err="1"/>
              <a:t>dags</a:t>
            </a:r>
            <a:r>
              <a:rPr lang="en-ID" dirty="0"/>
              <a:t>/</a:t>
            </a:r>
            <a:r>
              <a:rPr lang="en-ID" dirty="0" err="1"/>
              <a:t>finalassignment</a:t>
            </a:r>
            <a:r>
              <a:rPr lang="en-ID" dirty="0"/>
              <a:t>/tolldata.tgz -C /home/project/airflow/</a:t>
            </a:r>
            <a:r>
              <a:rPr lang="en-ID" dirty="0" err="1"/>
              <a:t>dags</a:t>
            </a:r>
            <a:r>
              <a:rPr lang="en-ID" dirty="0"/>
              <a:t>/</a:t>
            </a:r>
            <a:r>
              <a:rPr lang="en-ID" dirty="0" err="1"/>
              <a:t>finalassignment</a:t>
            </a:r>
            <a:r>
              <a:rPr lang="en-ID" dirty="0"/>
              <a:t>',</a:t>
            </a:r>
          </a:p>
          <a:p>
            <a:r>
              <a:rPr lang="en-ID" dirty="0"/>
              <a:t>    </a:t>
            </a:r>
            <a:r>
              <a:rPr lang="en-ID" dirty="0" err="1"/>
              <a:t>dag</a:t>
            </a:r>
            <a:r>
              <a:rPr lang="en-ID" dirty="0"/>
              <a:t>=</a:t>
            </a:r>
            <a:r>
              <a:rPr lang="en-ID" dirty="0" err="1"/>
              <a:t>dag</a:t>
            </a:r>
            <a:r>
              <a:rPr lang="en-ID" dirty="0"/>
              <a:t>,</a:t>
            </a:r>
          </a:p>
          <a:p>
            <a:r>
              <a:rPr lang="en-ID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23691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FFA98-D1F7-C1AB-02D6-6B0CBCCCE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44930B-9339-AA96-93EB-600829D1BB6B}"/>
              </a:ext>
            </a:extLst>
          </p:cNvPr>
          <p:cNvSpPr txBox="1"/>
          <p:nvPr/>
        </p:nvSpPr>
        <p:spPr>
          <a:xfrm>
            <a:off x="1109472" y="1450848"/>
            <a:ext cx="101559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extract_data_from_csv.jpg</a:t>
            </a:r>
          </a:p>
          <a:p>
            <a:endParaRPr lang="en-US" b="1" dirty="0"/>
          </a:p>
          <a:p>
            <a:r>
              <a:rPr lang="en-ID" dirty="0"/>
              <a:t># --- Task 2.2: Extract from CSV ---</a:t>
            </a:r>
          </a:p>
          <a:p>
            <a:r>
              <a:rPr lang="en-ID" dirty="0"/>
              <a:t># Fields: </a:t>
            </a:r>
            <a:r>
              <a:rPr lang="en-ID" dirty="0" err="1"/>
              <a:t>Rowid</a:t>
            </a:r>
            <a:r>
              <a:rPr lang="en-ID" dirty="0"/>
              <a:t> (1), Timestamp (2), Anonymized Vehicle number (3), Vehicle type (4)</a:t>
            </a:r>
          </a:p>
          <a:p>
            <a:r>
              <a:rPr lang="en-ID" dirty="0" err="1"/>
              <a:t>extract_data_from_csv</a:t>
            </a:r>
            <a:r>
              <a:rPr lang="en-ID" dirty="0"/>
              <a:t> = </a:t>
            </a:r>
            <a:r>
              <a:rPr lang="en-ID" dirty="0" err="1"/>
              <a:t>BashOperator</a:t>
            </a:r>
            <a:r>
              <a:rPr lang="en-ID" dirty="0"/>
              <a:t>(</a:t>
            </a:r>
          </a:p>
          <a:p>
            <a:r>
              <a:rPr lang="en-ID" dirty="0"/>
              <a:t>    </a:t>
            </a:r>
            <a:r>
              <a:rPr lang="en-ID" dirty="0" err="1"/>
              <a:t>task_id</a:t>
            </a:r>
            <a:r>
              <a:rPr lang="en-ID" dirty="0"/>
              <a:t>='</a:t>
            </a:r>
            <a:r>
              <a:rPr lang="en-ID" dirty="0" err="1"/>
              <a:t>extract_data_from_csv</a:t>
            </a:r>
            <a:r>
              <a:rPr lang="en-ID" dirty="0"/>
              <a:t>',</a:t>
            </a:r>
          </a:p>
          <a:p>
            <a:r>
              <a:rPr lang="en-ID" dirty="0"/>
              <a:t>    </a:t>
            </a:r>
            <a:r>
              <a:rPr lang="en-ID" dirty="0" err="1"/>
              <a:t>bash_command</a:t>
            </a:r>
            <a:r>
              <a:rPr lang="en-ID" dirty="0"/>
              <a:t>='cut -d"," -f1,2,3,4 /home/project/airflow/</a:t>
            </a:r>
            <a:r>
              <a:rPr lang="en-ID" dirty="0" err="1"/>
              <a:t>dags</a:t>
            </a:r>
            <a:r>
              <a:rPr lang="en-ID" dirty="0"/>
              <a:t>/</a:t>
            </a:r>
            <a:r>
              <a:rPr lang="en-ID" dirty="0" err="1"/>
              <a:t>finalassignment</a:t>
            </a:r>
            <a:r>
              <a:rPr lang="en-ID" dirty="0"/>
              <a:t>/vehicle-data.csv &gt; /home/project/airflow/</a:t>
            </a:r>
            <a:r>
              <a:rPr lang="en-ID" dirty="0" err="1"/>
              <a:t>dags</a:t>
            </a:r>
            <a:r>
              <a:rPr lang="en-ID" dirty="0"/>
              <a:t>/</a:t>
            </a:r>
            <a:r>
              <a:rPr lang="en-ID" dirty="0" err="1"/>
              <a:t>finalassignment</a:t>
            </a:r>
            <a:r>
              <a:rPr lang="en-ID" dirty="0"/>
              <a:t>/csv_data.csv',</a:t>
            </a:r>
          </a:p>
          <a:p>
            <a:r>
              <a:rPr lang="en-ID" dirty="0"/>
              <a:t>    </a:t>
            </a:r>
            <a:r>
              <a:rPr lang="en-ID" dirty="0" err="1"/>
              <a:t>dag</a:t>
            </a:r>
            <a:r>
              <a:rPr lang="en-ID" dirty="0"/>
              <a:t>=</a:t>
            </a:r>
            <a:r>
              <a:rPr lang="en-ID" dirty="0" err="1"/>
              <a:t>dag</a:t>
            </a:r>
            <a:r>
              <a:rPr lang="en-ID" dirty="0"/>
              <a:t>,</a:t>
            </a:r>
          </a:p>
          <a:p>
            <a:r>
              <a:rPr lang="en-ID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83166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77632-1CAF-D345-E54B-E26274D21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AF6E3F-3412-DF00-CA13-76774175506B}"/>
              </a:ext>
            </a:extLst>
          </p:cNvPr>
          <p:cNvSpPr txBox="1"/>
          <p:nvPr/>
        </p:nvSpPr>
        <p:spPr>
          <a:xfrm>
            <a:off x="609600" y="1194816"/>
            <a:ext cx="110215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extract_data_from_tsv.jpg</a:t>
            </a:r>
          </a:p>
          <a:p>
            <a:endParaRPr lang="en-US" b="1" dirty="0"/>
          </a:p>
          <a:p>
            <a:r>
              <a:rPr lang="en-ID" dirty="0"/>
              <a:t># --- Task 2.3: Extract from TSV ---</a:t>
            </a:r>
          </a:p>
          <a:p>
            <a:r>
              <a:rPr lang="en-ID" dirty="0"/>
              <a:t># Fields: Number of axles (5), </a:t>
            </a:r>
            <a:r>
              <a:rPr lang="en-ID" dirty="0" err="1"/>
              <a:t>Tollplaza</a:t>
            </a:r>
            <a:r>
              <a:rPr lang="en-ID" dirty="0"/>
              <a:t> id (6), </a:t>
            </a:r>
            <a:r>
              <a:rPr lang="en-ID" dirty="0" err="1"/>
              <a:t>Tollplaza</a:t>
            </a:r>
            <a:r>
              <a:rPr lang="en-ID" dirty="0"/>
              <a:t> code (7)</a:t>
            </a:r>
          </a:p>
          <a:p>
            <a:r>
              <a:rPr lang="en-ID" dirty="0" err="1"/>
              <a:t>extract_data_from_tsv</a:t>
            </a:r>
            <a:r>
              <a:rPr lang="en-ID" dirty="0"/>
              <a:t> = </a:t>
            </a:r>
            <a:r>
              <a:rPr lang="en-ID" dirty="0" err="1"/>
              <a:t>BashOperator</a:t>
            </a:r>
            <a:r>
              <a:rPr lang="en-ID" dirty="0"/>
              <a:t>(</a:t>
            </a:r>
          </a:p>
          <a:p>
            <a:r>
              <a:rPr lang="en-ID" dirty="0"/>
              <a:t>    </a:t>
            </a:r>
            <a:r>
              <a:rPr lang="en-ID" dirty="0" err="1"/>
              <a:t>task_id</a:t>
            </a:r>
            <a:r>
              <a:rPr lang="en-ID" dirty="0"/>
              <a:t>='</a:t>
            </a:r>
            <a:r>
              <a:rPr lang="en-ID" dirty="0" err="1"/>
              <a:t>extract_data_from_tsv</a:t>
            </a:r>
            <a:r>
              <a:rPr lang="en-ID" dirty="0"/>
              <a:t>',</a:t>
            </a:r>
          </a:p>
          <a:p>
            <a:r>
              <a:rPr lang="en-ID" dirty="0"/>
              <a:t>    </a:t>
            </a:r>
            <a:r>
              <a:rPr lang="en-ID" dirty="0" err="1"/>
              <a:t>bash_command</a:t>
            </a:r>
            <a:r>
              <a:rPr lang="en-ID" dirty="0"/>
              <a:t>='cut -f5,6,7 /home/project/airflow/</a:t>
            </a:r>
            <a:r>
              <a:rPr lang="en-ID" dirty="0" err="1"/>
              <a:t>dags</a:t>
            </a:r>
            <a:r>
              <a:rPr lang="en-ID" dirty="0"/>
              <a:t>/</a:t>
            </a:r>
            <a:r>
              <a:rPr lang="en-ID" dirty="0" err="1"/>
              <a:t>finalassignment</a:t>
            </a:r>
            <a:r>
              <a:rPr lang="en-ID" dirty="0"/>
              <a:t>/</a:t>
            </a:r>
            <a:r>
              <a:rPr lang="en-ID" dirty="0" err="1"/>
              <a:t>tollplaza-data.tsv</a:t>
            </a:r>
            <a:r>
              <a:rPr lang="en-ID" dirty="0"/>
              <a:t> | tr "\\t" "," &gt; /home/project/airflow/</a:t>
            </a:r>
            <a:r>
              <a:rPr lang="en-ID" dirty="0" err="1"/>
              <a:t>dags</a:t>
            </a:r>
            <a:r>
              <a:rPr lang="en-ID" dirty="0"/>
              <a:t>/</a:t>
            </a:r>
            <a:r>
              <a:rPr lang="en-ID" dirty="0" err="1"/>
              <a:t>finalassignment</a:t>
            </a:r>
            <a:r>
              <a:rPr lang="en-ID" dirty="0"/>
              <a:t>/tsv_data.csv',</a:t>
            </a:r>
          </a:p>
          <a:p>
            <a:r>
              <a:rPr lang="en-ID" dirty="0"/>
              <a:t>    </a:t>
            </a:r>
            <a:r>
              <a:rPr lang="en-ID" dirty="0" err="1"/>
              <a:t>dag</a:t>
            </a:r>
            <a:r>
              <a:rPr lang="en-ID" dirty="0"/>
              <a:t>=</a:t>
            </a:r>
            <a:r>
              <a:rPr lang="en-ID" dirty="0" err="1"/>
              <a:t>dag</a:t>
            </a:r>
            <a:r>
              <a:rPr lang="en-ID" dirty="0"/>
              <a:t>,</a:t>
            </a:r>
          </a:p>
          <a:p>
            <a:r>
              <a:rPr lang="en-ID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22559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D14DB-E588-64E2-3A3F-B7A1D1629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62A7B3-2559-4BBD-E1A8-C856A20C912E}"/>
              </a:ext>
            </a:extLst>
          </p:cNvPr>
          <p:cNvSpPr txBox="1"/>
          <p:nvPr/>
        </p:nvSpPr>
        <p:spPr>
          <a:xfrm>
            <a:off x="1274064" y="1450848"/>
            <a:ext cx="96438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extract_data_from_fixed_width.jpg</a:t>
            </a:r>
          </a:p>
          <a:p>
            <a:endParaRPr lang="en-US" b="1" dirty="0"/>
          </a:p>
          <a:p>
            <a:r>
              <a:rPr lang="en-ID" dirty="0"/>
              <a:t># --- Task 2.4: Extract from Fixed Width ---</a:t>
            </a:r>
          </a:p>
          <a:p>
            <a:r>
              <a:rPr lang="en-ID" dirty="0"/>
              <a:t># Fields: Type of Payment code (last two fields in the payment-data.txt)</a:t>
            </a:r>
          </a:p>
          <a:p>
            <a:r>
              <a:rPr lang="en-ID" dirty="0" err="1"/>
              <a:t>extract_data_from_fixed_width</a:t>
            </a:r>
            <a:r>
              <a:rPr lang="en-ID" dirty="0"/>
              <a:t> = </a:t>
            </a:r>
            <a:r>
              <a:rPr lang="en-ID" dirty="0" err="1"/>
              <a:t>BashOperator</a:t>
            </a:r>
            <a:r>
              <a:rPr lang="en-ID" dirty="0"/>
              <a:t>(</a:t>
            </a:r>
          </a:p>
          <a:p>
            <a:r>
              <a:rPr lang="en-ID" dirty="0"/>
              <a:t>    </a:t>
            </a:r>
            <a:r>
              <a:rPr lang="en-ID" dirty="0" err="1"/>
              <a:t>task_id</a:t>
            </a:r>
            <a:r>
              <a:rPr lang="en-ID" dirty="0"/>
              <a:t>='</a:t>
            </a:r>
            <a:r>
              <a:rPr lang="en-ID" dirty="0" err="1"/>
              <a:t>extract_data_from_fixed_width</a:t>
            </a:r>
            <a:r>
              <a:rPr lang="en-ID" dirty="0"/>
              <a:t>',</a:t>
            </a:r>
          </a:p>
          <a:p>
            <a:r>
              <a:rPr lang="en-ID" dirty="0"/>
              <a:t>    </a:t>
            </a:r>
            <a:r>
              <a:rPr lang="en-ID" dirty="0" err="1"/>
              <a:t>bash_command</a:t>
            </a:r>
            <a:r>
              <a:rPr lang="en-ID" dirty="0"/>
              <a:t>='cut -c59-67 /home/project/airflow/</a:t>
            </a:r>
            <a:r>
              <a:rPr lang="en-ID" dirty="0" err="1"/>
              <a:t>dags</a:t>
            </a:r>
            <a:r>
              <a:rPr lang="en-ID" dirty="0"/>
              <a:t>/</a:t>
            </a:r>
            <a:r>
              <a:rPr lang="en-ID" dirty="0" err="1"/>
              <a:t>finalassignment</a:t>
            </a:r>
            <a:r>
              <a:rPr lang="en-ID" dirty="0"/>
              <a:t>/payment-data.txt | tr " " "," &gt; /home/project/airflow/</a:t>
            </a:r>
            <a:r>
              <a:rPr lang="en-ID" dirty="0" err="1"/>
              <a:t>dags</a:t>
            </a:r>
            <a:r>
              <a:rPr lang="en-ID" dirty="0"/>
              <a:t>/</a:t>
            </a:r>
            <a:r>
              <a:rPr lang="en-ID" dirty="0" err="1"/>
              <a:t>finalassignment</a:t>
            </a:r>
            <a:r>
              <a:rPr lang="en-ID" dirty="0"/>
              <a:t>/fixed_width_data.csv',</a:t>
            </a:r>
          </a:p>
          <a:p>
            <a:r>
              <a:rPr lang="en-ID" dirty="0"/>
              <a:t>    </a:t>
            </a:r>
            <a:r>
              <a:rPr lang="en-ID" dirty="0" err="1"/>
              <a:t>dag</a:t>
            </a:r>
            <a:r>
              <a:rPr lang="en-ID" dirty="0"/>
              <a:t>=</a:t>
            </a:r>
            <a:r>
              <a:rPr lang="en-ID" dirty="0" err="1"/>
              <a:t>dag</a:t>
            </a:r>
            <a:r>
              <a:rPr lang="en-ID" dirty="0"/>
              <a:t>,</a:t>
            </a:r>
          </a:p>
          <a:p>
            <a:r>
              <a:rPr lang="en-ID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46847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4577A-B23B-9136-7D03-E09B6145D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843FA4-7F78-6DF7-D0D2-B94896A5DAD2}"/>
              </a:ext>
            </a:extLst>
          </p:cNvPr>
          <p:cNvSpPr txBox="1"/>
          <p:nvPr/>
        </p:nvSpPr>
        <p:spPr>
          <a:xfrm>
            <a:off x="841248" y="1511808"/>
            <a:ext cx="1055827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consolidate_data.jpg</a:t>
            </a:r>
          </a:p>
          <a:p>
            <a:endParaRPr lang="en-ID" b="1" dirty="0"/>
          </a:p>
          <a:p>
            <a:r>
              <a:rPr lang="en-ID" dirty="0"/>
              <a:t># --- Task 2.5: Consolidate data ---</a:t>
            </a:r>
          </a:p>
          <a:p>
            <a:r>
              <a:rPr lang="en-ID" dirty="0" err="1"/>
              <a:t>consolidate_data</a:t>
            </a:r>
            <a:r>
              <a:rPr lang="en-ID" dirty="0"/>
              <a:t> = </a:t>
            </a:r>
            <a:r>
              <a:rPr lang="en-ID" dirty="0" err="1"/>
              <a:t>BashOperator</a:t>
            </a:r>
            <a:r>
              <a:rPr lang="en-ID" dirty="0"/>
              <a:t>(</a:t>
            </a:r>
          </a:p>
          <a:p>
            <a:r>
              <a:rPr lang="en-ID" dirty="0"/>
              <a:t>    </a:t>
            </a:r>
            <a:r>
              <a:rPr lang="en-ID" dirty="0" err="1"/>
              <a:t>task_id</a:t>
            </a:r>
            <a:r>
              <a:rPr lang="en-ID" dirty="0"/>
              <a:t>='</a:t>
            </a:r>
            <a:r>
              <a:rPr lang="en-ID" dirty="0" err="1"/>
              <a:t>consolidate_data</a:t>
            </a:r>
            <a:r>
              <a:rPr lang="en-ID" dirty="0"/>
              <a:t>',</a:t>
            </a:r>
          </a:p>
          <a:p>
            <a:r>
              <a:rPr lang="en-ID" dirty="0"/>
              <a:t>    </a:t>
            </a:r>
            <a:r>
              <a:rPr lang="en-ID" dirty="0" err="1"/>
              <a:t>bash_command</a:t>
            </a:r>
            <a:r>
              <a:rPr lang="en-ID" dirty="0"/>
              <a:t>='paste -d"," /home/project/airflow/</a:t>
            </a:r>
            <a:r>
              <a:rPr lang="en-ID" dirty="0" err="1"/>
              <a:t>dags</a:t>
            </a:r>
            <a:r>
              <a:rPr lang="en-ID" dirty="0"/>
              <a:t>/</a:t>
            </a:r>
            <a:r>
              <a:rPr lang="en-ID" dirty="0" err="1"/>
              <a:t>finalassignment</a:t>
            </a:r>
            <a:r>
              <a:rPr lang="en-ID" dirty="0"/>
              <a:t>/csv_data.csv /home/project/airflow/</a:t>
            </a:r>
            <a:r>
              <a:rPr lang="en-ID" dirty="0" err="1"/>
              <a:t>dags</a:t>
            </a:r>
            <a:r>
              <a:rPr lang="en-ID" dirty="0"/>
              <a:t>/</a:t>
            </a:r>
            <a:r>
              <a:rPr lang="en-ID" dirty="0" err="1"/>
              <a:t>finalassignment</a:t>
            </a:r>
            <a:r>
              <a:rPr lang="en-ID" dirty="0"/>
              <a:t>/tsv_data.csv /home/project/airflow/</a:t>
            </a:r>
            <a:r>
              <a:rPr lang="en-ID" dirty="0" err="1"/>
              <a:t>dags</a:t>
            </a:r>
            <a:r>
              <a:rPr lang="en-ID" dirty="0"/>
              <a:t>/</a:t>
            </a:r>
            <a:r>
              <a:rPr lang="en-ID" dirty="0" err="1"/>
              <a:t>finalassignment</a:t>
            </a:r>
            <a:r>
              <a:rPr lang="en-ID" dirty="0"/>
              <a:t>/fixed_width_data.csv &gt; /home/project/airflow/</a:t>
            </a:r>
            <a:r>
              <a:rPr lang="en-ID" dirty="0" err="1"/>
              <a:t>dags</a:t>
            </a:r>
            <a:r>
              <a:rPr lang="en-ID" dirty="0"/>
              <a:t>/</a:t>
            </a:r>
            <a:r>
              <a:rPr lang="en-ID" dirty="0" err="1"/>
              <a:t>finalassignment</a:t>
            </a:r>
            <a:r>
              <a:rPr lang="en-ID" dirty="0"/>
              <a:t>/extracted_data.csv',</a:t>
            </a:r>
          </a:p>
          <a:p>
            <a:r>
              <a:rPr lang="en-ID" dirty="0"/>
              <a:t>    </a:t>
            </a:r>
            <a:r>
              <a:rPr lang="en-ID" dirty="0" err="1"/>
              <a:t>dag</a:t>
            </a:r>
            <a:r>
              <a:rPr lang="en-ID" dirty="0"/>
              <a:t>=</a:t>
            </a:r>
            <a:r>
              <a:rPr lang="en-ID" dirty="0" err="1"/>
              <a:t>dag</a:t>
            </a:r>
            <a:r>
              <a:rPr lang="en-ID" dirty="0"/>
              <a:t>,</a:t>
            </a:r>
          </a:p>
          <a:p>
            <a:r>
              <a:rPr lang="en-ID" dirty="0"/>
              <a:t>)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30584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DF87A-4D43-2AB0-5C5D-FDAC5899D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49CBE3-0AB5-216E-DC47-87E3DFB817C7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56B44-8D1A-C98E-C261-037BDC4E2222}"/>
              </a:ext>
            </a:extLst>
          </p:cNvPr>
          <p:cNvSpPr txBox="1"/>
          <p:nvPr/>
        </p:nvSpPr>
        <p:spPr>
          <a:xfrm>
            <a:off x="1060704" y="1243584"/>
            <a:ext cx="105704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transform.jpg</a:t>
            </a:r>
          </a:p>
          <a:p>
            <a:endParaRPr lang="en-ID" b="1" dirty="0"/>
          </a:p>
          <a:p>
            <a:endParaRPr lang="en-ID" dirty="0"/>
          </a:p>
          <a:p>
            <a:r>
              <a:rPr lang="en-ID" dirty="0"/>
              <a:t># --- Task 2.6: Transform data ---</a:t>
            </a:r>
          </a:p>
          <a:p>
            <a:r>
              <a:rPr lang="en-ID" dirty="0"/>
              <a:t># Convert </a:t>
            </a:r>
            <a:r>
              <a:rPr lang="en-ID" dirty="0" err="1"/>
              <a:t>vehicle_type</a:t>
            </a:r>
            <a:r>
              <a:rPr lang="en-ID" dirty="0"/>
              <a:t> (column 4) to uppercase</a:t>
            </a:r>
          </a:p>
          <a:p>
            <a:r>
              <a:rPr lang="en-ID" dirty="0" err="1"/>
              <a:t>transform_data</a:t>
            </a:r>
            <a:r>
              <a:rPr lang="en-ID" dirty="0"/>
              <a:t> = </a:t>
            </a:r>
            <a:r>
              <a:rPr lang="en-ID" dirty="0" err="1"/>
              <a:t>BashOperator</a:t>
            </a:r>
            <a:r>
              <a:rPr lang="en-ID" dirty="0"/>
              <a:t>(</a:t>
            </a:r>
          </a:p>
          <a:p>
            <a:r>
              <a:rPr lang="en-ID" dirty="0"/>
              <a:t>    </a:t>
            </a:r>
            <a:r>
              <a:rPr lang="en-ID" dirty="0" err="1"/>
              <a:t>task_id</a:t>
            </a:r>
            <a:r>
              <a:rPr lang="en-ID" dirty="0"/>
              <a:t>='</a:t>
            </a:r>
            <a:r>
              <a:rPr lang="en-ID" dirty="0" err="1"/>
              <a:t>transform_data</a:t>
            </a:r>
            <a:r>
              <a:rPr lang="en-ID" dirty="0"/>
              <a:t>',</a:t>
            </a:r>
          </a:p>
          <a:p>
            <a:r>
              <a:rPr lang="en-ID" dirty="0"/>
              <a:t>    </a:t>
            </a:r>
            <a:r>
              <a:rPr lang="en-ID" dirty="0" err="1"/>
              <a:t>bash_command</a:t>
            </a:r>
            <a:r>
              <a:rPr lang="en-ID" dirty="0"/>
              <a:t>='awk -F"," \'BEGIN {OFS=","} {$4=</a:t>
            </a:r>
            <a:r>
              <a:rPr lang="en-ID" dirty="0" err="1"/>
              <a:t>toupper</a:t>
            </a:r>
            <a:r>
              <a:rPr lang="en-ID" dirty="0"/>
              <a:t>($4); print}\' /home/project/airflow/</a:t>
            </a:r>
            <a:r>
              <a:rPr lang="en-ID" dirty="0" err="1"/>
              <a:t>dags</a:t>
            </a:r>
            <a:r>
              <a:rPr lang="en-ID" dirty="0"/>
              <a:t>/</a:t>
            </a:r>
            <a:r>
              <a:rPr lang="en-ID" dirty="0" err="1"/>
              <a:t>finalassignment</a:t>
            </a:r>
            <a:r>
              <a:rPr lang="en-ID" dirty="0"/>
              <a:t>/extracted_data.csv &gt; /home/project/airflow/</a:t>
            </a:r>
            <a:r>
              <a:rPr lang="en-ID" dirty="0" err="1"/>
              <a:t>dags</a:t>
            </a:r>
            <a:r>
              <a:rPr lang="en-ID" dirty="0"/>
              <a:t>/</a:t>
            </a:r>
            <a:r>
              <a:rPr lang="en-ID" dirty="0" err="1"/>
              <a:t>finalassignment</a:t>
            </a:r>
            <a:r>
              <a:rPr lang="en-ID" dirty="0"/>
              <a:t>/transformed_data.csv',</a:t>
            </a:r>
          </a:p>
          <a:p>
            <a:r>
              <a:rPr lang="en-ID" dirty="0"/>
              <a:t>    </a:t>
            </a:r>
            <a:r>
              <a:rPr lang="en-ID" dirty="0" err="1"/>
              <a:t>dag</a:t>
            </a:r>
            <a:r>
              <a:rPr lang="en-ID" dirty="0"/>
              <a:t>=</a:t>
            </a:r>
            <a:r>
              <a:rPr lang="en-ID" dirty="0" err="1"/>
              <a:t>dag</a:t>
            </a:r>
            <a:r>
              <a:rPr lang="en-ID" dirty="0"/>
              <a:t>,</a:t>
            </a:r>
          </a:p>
          <a:p>
            <a:r>
              <a:rPr lang="en-ID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75132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6D1B2-48C8-9711-4030-ECC123B52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C2D8CE-F42F-46DC-35F7-3E2C8A5623DD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79B86C-83F8-9FC0-F4E4-373F9448DBD0}"/>
              </a:ext>
            </a:extLst>
          </p:cNvPr>
          <p:cNvSpPr txBox="1"/>
          <p:nvPr/>
        </p:nvSpPr>
        <p:spPr>
          <a:xfrm>
            <a:off x="1584960" y="1194816"/>
            <a:ext cx="83027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task_pipeline.jpg</a:t>
            </a:r>
          </a:p>
          <a:p>
            <a:endParaRPr lang="en-ID" b="1" dirty="0"/>
          </a:p>
          <a:p>
            <a:r>
              <a:rPr lang="en-ID" dirty="0"/>
              <a:t># --- Task 2.7: Define the task pipeline ---</a:t>
            </a:r>
          </a:p>
          <a:p>
            <a:r>
              <a:rPr lang="en-ID" dirty="0" err="1"/>
              <a:t>unzip_data</a:t>
            </a:r>
            <a:r>
              <a:rPr lang="en-ID" dirty="0"/>
              <a:t> &gt;&gt; </a:t>
            </a:r>
            <a:r>
              <a:rPr lang="en-ID" dirty="0" err="1"/>
              <a:t>extract_data_from_csv</a:t>
            </a:r>
            <a:r>
              <a:rPr lang="en-ID" dirty="0"/>
              <a:t> &gt;&gt; </a:t>
            </a:r>
            <a:r>
              <a:rPr lang="en-ID" dirty="0" err="1"/>
              <a:t>extract_data_from_tsv</a:t>
            </a:r>
            <a:r>
              <a:rPr lang="en-ID" dirty="0"/>
              <a:t> &gt;&gt; </a:t>
            </a:r>
            <a:r>
              <a:rPr lang="en-ID" dirty="0" err="1"/>
              <a:t>extract_data_from_fixed_width</a:t>
            </a:r>
            <a:r>
              <a:rPr lang="en-ID" dirty="0"/>
              <a:t> &gt;&gt; </a:t>
            </a:r>
            <a:r>
              <a:rPr lang="en-ID" dirty="0" err="1"/>
              <a:t>consolidate_data</a:t>
            </a:r>
            <a:r>
              <a:rPr lang="en-ID" dirty="0"/>
              <a:t> &gt;&gt; </a:t>
            </a:r>
            <a:r>
              <a:rPr lang="en-ID" dirty="0" err="1"/>
              <a:t>transform_data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13088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1C0AD-EF10-FFF8-6A13-52B7F50B0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4549F3-738D-5E65-75CD-CC5018395970}"/>
              </a:ext>
            </a:extLst>
          </p:cNvPr>
          <p:cNvSpPr txBox="1"/>
          <p:nvPr/>
        </p:nvSpPr>
        <p:spPr>
          <a:xfrm>
            <a:off x="1475232" y="646176"/>
            <a:ext cx="9363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/>
              <a:t>submit_dag.jpg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43FAAF-3079-6750-14FF-3549D1955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232" y="1615440"/>
            <a:ext cx="8626429" cy="84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208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CF7C-15DB-6202-B862-CC3E874DE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9B81E0-AB65-A450-5518-FDC9F1709E7B}"/>
              </a:ext>
            </a:extLst>
          </p:cNvPr>
          <p:cNvSpPr txBox="1"/>
          <p:nvPr/>
        </p:nvSpPr>
        <p:spPr>
          <a:xfrm>
            <a:off x="1816608" y="865632"/>
            <a:ext cx="6839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unpause_trigger_dag.jpg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8103DE-BDD2-0534-5A59-E098FEF2B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608" y="1792739"/>
            <a:ext cx="6973273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77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53DDD-8D1A-60C5-C698-F5A1C96FE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9CD78C-410E-DA8F-D16D-AB39D4DBA1AA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27258-FFA6-954D-0A1B-AEA1FEB96253}"/>
              </a:ext>
            </a:extLst>
          </p:cNvPr>
          <p:cNvSpPr txBox="1"/>
          <p:nvPr/>
        </p:nvSpPr>
        <p:spPr>
          <a:xfrm>
            <a:off x="1658112" y="658368"/>
            <a:ext cx="8034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dag_tasks.jpg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881DCC-A344-0434-860E-0CF1BF41C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112" y="1436467"/>
            <a:ext cx="7001852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760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29643-FF4B-A7A7-8A89-C0C5CB7B5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4651CB-194D-C52E-E791-41F61F5D373D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14437F-939C-0ECC-5DED-8C03743A17FD}"/>
              </a:ext>
            </a:extLst>
          </p:cNvPr>
          <p:cNvSpPr txBox="1"/>
          <p:nvPr/>
        </p:nvSpPr>
        <p:spPr>
          <a:xfrm>
            <a:off x="1207008" y="231648"/>
            <a:ext cx="7961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dag_runs.jpg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5140C6-7762-AA81-2AE3-795AF4447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1042214"/>
            <a:ext cx="6954220" cy="28960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9AFDBE-B960-413C-29A0-EC7190F57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4296119"/>
            <a:ext cx="7059010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497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E2BB5-A4BD-D52A-EAC4-98CFCBC51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A5CEF0-8509-960E-A81E-E5927F1D1039}"/>
              </a:ext>
            </a:extLst>
          </p:cNvPr>
          <p:cNvSpPr txBox="1"/>
          <p:nvPr/>
        </p:nvSpPr>
        <p:spPr>
          <a:xfrm>
            <a:off x="4474464" y="1828800"/>
            <a:ext cx="5791200" cy="3413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38016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834</Words>
  <Application>Microsoft Office PowerPoint</Application>
  <PresentationFormat>Widescreen</PresentationFormat>
  <Paragraphs>84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sugianto sugianto</dc:creator>
  <cp:lastModifiedBy>sugianto sugianto</cp:lastModifiedBy>
  <cp:revision>13</cp:revision>
  <dcterms:created xsi:type="dcterms:W3CDTF">2026-03-19T15:30:47Z</dcterms:created>
  <dcterms:modified xsi:type="dcterms:W3CDTF">2026-03-19T16:44:45Z</dcterms:modified>
</cp:coreProperties>
</file>