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284" r:id="rId58"/>
    <p:sldId id="285" r:id="rId59"/>
    <p:sldId id="286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4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9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4D0D9-9D1A-6B1C-1EF9-B438D6423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C86A-392D-5C1B-EFC6-D12DA4C4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2F9AC-9419-7A07-826C-15E5254F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1100F-A13B-63F2-16D3-7EC6C696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0CA0B-E5E3-53B7-9061-2D1B351F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336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8DC0-39FE-712C-AA5E-20501DA3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C3D45-6B07-1305-CA60-2BB84AB1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FAEC1-737A-1527-9D82-4F9CC9C9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E0578-2D20-4A23-CEBF-DDB02B1A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4DF90-D65D-556C-CCCE-A19F449A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870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4F25-772F-12BB-ABCE-0FD2D6FC9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09FBD-F443-E377-6818-3AFECF2B8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158BF-9AF4-F0E0-EA23-3508C366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339C-9898-697E-17AF-D9E4B781B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19D99-48DA-9083-81FF-52137565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0318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B289-525D-1B35-B0A3-14B5E3AA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0797A-477F-7B1D-071F-198736669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5355E-AFF0-4AA9-9AB6-9C4972FA3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09871-B2AB-C0E7-9751-C1DEB43D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74B0C-B73A-0F64-BFE2-06ACF499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CFEE4-1772-B9B3-48DE-31A98366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112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D7CB-8178-BB98-049F-59BA66C0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F0299-5999-3A91-63D0-B1027563C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23063-3E74-9071-92A5-E5A9E93D3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629BC-6155-5349-098C-78A9F0BC5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1657A-6F43-55D9-E10D-597134259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E38F67-78B9-AAC6-FF3B-33AE948B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8F551-BCC4-7815-C280-63062D22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32F9C6-841C-FE9B-F502-A8B3E975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438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C65E-B3E0-E96F-F672-F3B417FFC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18DCB-C79F-2742-1023-4ABE5701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98382-DC5E-0DC6-4D03-208A2DDB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0AB2E-1699-548B-F989-A86C2342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156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22B97-B4EC-E284-9FFF-D7848EFD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D5E649-0B2B-12B5-6086-BFD29313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C55C6-86F7-9FB4-758C-9A29541D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809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38D3-1A05-432D-6A8F-B9988F57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4CE10-BE55-19E0-3426-F3AA23FC5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72C63-1EE6-E247-EBC0-01078EDDE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1725D-EFD4-19ED-D2FC-6DB32E52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4B18-28F0-34BE-1B9A-F08351D6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0FFCF-DF1F-6EC5-29FA-C683EE0F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203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5823-01E5-6C20-217B-B149B784D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3893E7-5196-3056-3DCF-94D30BBFD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64DFC-5281-1941-704F-4AFFEDDE0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4C179-8303-5B4E-4B47-A86A80E0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7D724-2216-5449-51A8-91527339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1FB33-5302-6A65-AF63-12A48717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849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1BBB-3DF8-FED8-C79F-EA4B4D1D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8B667-AE56-2251-2897-3894A6C4E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D6E15-7F27-C445-BF67-D647AAB9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06223-CD19-E449-4811-9FBA9DF8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33696-308D-9D7B-E6A3-1DA2A818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668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7C567-BE40-D588-72A6-625E7A921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A907F-1F0C-39AA-FA24-DA2B863F2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D8BAF-055E-76CB-5DA8-CFA2DDF9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1C77E-448F-CC7C-86EE-B0E4F674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8E799-9825-D352-382A-DEEE5935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419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41FD42-139A-65AE-4091-39AF7946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C54B5-B60C-83B9-3C81-5780D91F3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19528-B4DC-432B-20F7-F760B0C30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5FB3-AED7-8B8D-0163-6DF87E1FC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1C62-83EC-35A8-5398-1CA8B59BC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754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86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E2BB5-A4BD-D52A-EAC4-98CFCBC5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A5CEF0-8509-960E-A81E-E5927F1D1039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3801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F831-685A-41BD-944E-89850E3E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E4C6E9-4BD7-F8D1-C5D2-2CB2E9C61838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05169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001D0-FCC2-D589-7419-C6970390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7E6207-CA8E-DAF3-EA79-8E42EA74163D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1328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CAEE-7FC3-5433-5858-C60202995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E4B6D-5CEB-3835-8EE4-FA30F36636C4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8469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0502E-F757-D964-A0FD-F11A7AE07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C63193-1837-8B79-6B2D-DBE75586C3F1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688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F8618-3524-39FA-29D5-7FEEC9EA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47E712-AED8-216E-E0CB-D133E06A4137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264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3BDD3-0DC1-C204-A573-8E9A685A8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7DEF2C-C2A2-230D-DE82-01C798B7E9A8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24626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DE0FA-DABE-9CDD-0F3B-D8F950947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1779B0-5B05-97EE-4EA8-EADDB145B46C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23742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06D5-547A-664E-179B-DD0A978B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B87B37-4CB2-2D8D-7A1B-C76C9F2E267A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11593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4E485-A1CB-1589-2484-56E19CFE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358415-FD67-E0D2-B09A-0D1E668530D5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49190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F448-F777-720E-E78A-46278726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1C7F4A-A1AE-4F4D-2B45-748C648A1219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36259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126C7-9918-EC1A-1353-FFA295E1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DCA04B-2483-E532-9FB7-E81041FF0E7B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37136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0B6C-83B1-D4D8-D6CC-94D6CFE13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D4422B-06BC-9915-48F3-3D655239C5F8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59893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782E2-0F2F-5A8D-E7B7-B7E8D96B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92CEF-8AF5-41C5-7AF1-3AE7C7D99819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07323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A1152-5924-AB02-A501-2165A1AE0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D415A6-39A5-FDEA-94EB-7EF76C7A5CFF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8841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9873D-7097-9AA4-30A2-E9608933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7A2B8-270E-070D-592D-08CEA6B0A070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34218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20D64-05A8-DEFE-1F48-FF705D0E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E13BF8-C1D8-7D81-4BFD-BB82A31E6C41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82051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42CD6-24DF-80B4-32E0-362B882B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00A11-142E-1740-E0B8-487EAF464771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32656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9A9CC-DA13-AFAF-0CF3-0E8856B5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4F124D-63E8-A16C-CFC8-9A7FBD514E27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8052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91D0C-5278-C6BF-523F-F738BF00F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E265AD-7729-DCFC-25F2-F5A7BE0508C3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92494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7FCF-B9B5-151E-EF24-FDA63B3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CC957C-69BA-8438-3372-CFCF4891A56E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84661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CC45F-1357-3B96-D008-591F0EFA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B400C-4091-A75B-F6E2-AF0B7B2F4A71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45034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4EE7-D536-533A-6FC9-BD0119D02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845D6-FB71-97BF-CA43-3A766B82887F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86168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CE41F-7A32-E27B-86F6-DFBE3F6D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4A9AB-89D2-7362-71D8-6BAAB5B752C0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23300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14DF-1883-75A9-96E8-1BB0762C2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49722-30B6-51E5-73DB-28FBB9FADE4F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75912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0DB8A-3181-CE56-808B-35332605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394594-5C80-6793-615F-87F708370693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44992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5428-587B-024F-3212-4931CF5C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80C4F-5FB8-7FB9-37C5-5E8D6FB1388C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2674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41993-B4B0-0846-3963-2FF84023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B1A3A9-3FBD-EE43-F007-E87BF26C120B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6225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9F435-5704-5007-3C2B-249F2A624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237B7B-BB8F-A7CB-93C6-F7E6859FE2A9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76593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55E5-2181-97DE-323F-C30C4CA4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6CEE59-900B-8533-E0CE-D5FB384D8B65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00606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4048-3B23-C9ED-B137-9C1408161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6FEB09-2073-C826-C006-D6C5D9A45BCA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67090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7F61-8EC2-B38B-31B2-5DB1F8B4B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BBA062-A4C2-0F96-E7E4-64E48BC3931A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0309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7FBC3-0336-47C6-8FBA-B861C172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ACD2E-CEDA-5985-09CB-B76E447CF8CE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27918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089E2-1ABA-A14F-E274-07E4E027E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310D5F-06EF-CC60-8174-560B0F3C8500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90432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51A9E-3CA5-E89E-9893-0AC239F2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DCAEAE-7EEF-9FB1-3F91-24308049C456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76052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EE38-A46A-8C91-6996-94B501114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96D0EE-686B-8FA8-0AF2-5D05C16D1E53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89972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A7D4-6E65-A3CD-3F0F-7509144A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B30DA-2EF7-66FE-5CC5-4348E0F7F853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32317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AEB3D-F593-10F9-E336-1575B6DF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06E87-1F1D-DEF4-D376-BB7A09CEA964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09020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8ADF0-A540-C70D-62EB-D22ED9E8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AD88B-1B4C-D2FE-CD07-E04A3616B888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83995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D0E5-492E-5C95-829A-4FE964CD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6BAE0F-56FD-56ED-BA35-1E8FA3CC0285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16335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EF75-BE60-6CBD-2CCA-D18508ACD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9D3C49-096D-61F0-4462-A9C94357AAD9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693548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ABEAA-B7C3-1C79-6F02-DA4EADC2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3F5414-2BFB-E39E-8F8B-C029F10B8305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007278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B911-24DC-3733-47A9-F1AE7CE8B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489D2A-E91E-D98C-0E69-F5CC96E99AD5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386928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AC252-3D78-CCF2-76EA-450C4B7B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7B957-B496-739A-4C69-1CACF8F1E5E8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72242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8988-14C1-D0EA-8559-C33C2B71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B3C12B-68C4-28D1-F5A4-05AE6A4309B0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72529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6EA76-E978-6786-843E-A16F4D7F2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43D5EF-CABA-52A3-C72D-39D7F90AC21F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41694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4FC69-5D82-8E4B-1C43-2BE9BBEAA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45EEAD-4D3D-2F24-0F7B-51C0549186BE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965189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8B34B-9D89-71AB-20B0-8A9DAB8D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E75CD-8666-A61E-A79D-0F1E8479E163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292242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CC47-D37D-645C-DA15-65F7B713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B7BC6-CCFA-B6D8-0896-F8FC8985126B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324695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C0915-2907-A8DE-E28E-29FABFE2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A5CABB-2A4A-699F-8B98-3219932CE72C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71295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81F5D-EDB2-528C-D84B-F5638B028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49F6F-AA0C-DE14-C6B8-671411795C7D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87038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B0F7-0CA1-2A21-8A77-CB225BCF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3BF63B-317D-BEB4-1DBC-F246F1E0C574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91452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8282-2AF2-C7D0-FB93-EA92D25E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41B2CF-74D3-0665-3524-57D5453794E9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892657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F116-E033-D229-C3D8-184E02A7C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B2BDCD-9EF5-AB4F-31A1-2ECD7BCFDF47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497418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F63F2-9325-A7E2-3875-20E54CAB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6BDE9-7D0E-6810-759E-221C0F8743C3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5861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10D6-B8D4-DB18-CC69-F6B6A8B49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F8602B-9806-6874-7E4B-A0F42BD484FA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389687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6B95-592B-5910-4275-5857795D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285CDE-3D83-C0F4-C336-76077AE0B381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600140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39A5-4765-356E-2999-713ECE0D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AD152-A226-7A11-0FB5-DB345F64459B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8922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Widescreen</PresentationFormat>
  <Paragraphs>0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sugianto sugianto</dc:creator>
  <cp:lastModifiedBy>sugianto sugianto</cp:lastModifiedBy>
  <cp:revision>14</cp:revision>
  <dcterms:created xsi:type="dcterms:W3CDTF">2026-03-19T15:30:47Z</dcterms:created>
  <dcterms:modified xsi:type="dcterms:W3CDTF">2026-03-19T16:17:34Z</dcterms:modified>
</cp:coreProperties>
</file>